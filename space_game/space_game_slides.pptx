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8647" y="635000"/>
            <a:ext cx="101600" cy="10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31956" y="990600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96592" y="579755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06711" y="5441950"/>
            <a:ext cx="88900" cy="88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62726" y="31115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28033" y="6271260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FFFF"/>
                </a:solidFill>
              </a:rPr>
              <a:t>🚀  Space Defender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Build a Space Shooter with Python &amp; Pygame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3566160"/>
            <a:ext cx="91440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0A0A0"/>
                </a:solidFill>
              </a:rPr>
              <a:t>A beginner-friendly game programming tutorial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</a:rPr>
              <a:t>10 slides  ·  ~300 lines of Python  ·  No image files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What We're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Player spaceship — move in all 4 directions, shoot laser bolts</a:t>
            </a:r>
          </a:p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3 alien enemy types — each with different HP and points</a:t>
            </a:r>
          </a:p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Enemies that dive at you and fire back</a:t>
            </a:r>
          </a:p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Boss battle every 5th wave (30 HP, 3 cannons)</a:t>
            </a:r>
          </a:p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Particle explosions on every kill</a:t>
            </a:r>
          </a:p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Scrolling star-field background</a:t>
            </a:r>
          </a:p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Lives system + invincibility flicker after being hit</a:t>
            </a:r>
          </a:p>
          <a:p>
            <a:pPr algn="l"/>
            <a:r>
              <a:rPr sz="1800" b="1">
                <a:solidFill>
                  <a:srgbClr val="00FFFF"/>
                </a:solidFill>
              </a:rPr>
              <a:t>▸  </a:t>
            </a:r>
            <a:r>
              <a:rPr sz="1800">
                <a:solidFill>
                  <a:srgbClr val="FFFFFF"/>
                </a:solidFill>
              </a:rPr>
              <a:t>Synthesised sound effects (no audio files needed)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solidFill>
            <a:srgbClr val="1A1A3A"/>
          </a:solidFill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00"/>
                </a:solidFill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Python 3</a:t>
            </a:r>
          </a:p>
          <a:p>
            <a:pPr algn="l"/>
            <a:r>
              <a:rPr sz="1700" b="1">
                <a:solidFill>
                  <a:srgbClr val="FFFF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pygame  (graphics, input, sprites)</a:t>
            </a:r>
          </a:p>
          <a:p>
            <a:pPr algn="l"/>
            <a:r>
              <a:rPr sz="1700" b="1">
                <a:solidFill>
                  <a:srgbClr val="FFFF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numpy   (sound synthesis)</a:t>
            </a:r>
          </a:p>
          <a:p>
            <a:pPr algn="l"/>
            <a:r>
              <a:rPr sz="1700" b="1">
                <a:solidFill>
                  <a:srgbClr val="FFFF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random / math  (game logic)</a:t>
            </a:r>
          </a:p>
          <a:p>
            <a:pPr algn="l"/>
            <a:r>
              <a:rPr sz="1700" b="1">
                <a:solidFill>
                  <a:srgbClr val="FFFF00"/>
                </a:solidFill>
              </a:rPr>
              <a:t>▸  </a:t>
            </a:r>
            <a:r>
              <a:rPr sz="1700">
                <a:solidFill>
                  <a:srgbClr val="FFFFFF"/>
                </a:solidFill>
              </a:rPr>
              <a:t>Single file — space_game.py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A0"/>
                </a:solidFill>
              </a:rPr>
              <a:t>Install: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5486400"/>
            <a:ext cx="4754880" cy="64008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pip install pygame numpy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Project Setup &amp; Imports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</a:rPr>
              <a:t>Everything lives in one file — no folders, no assets.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54480"/>
            <a:ext cx="10972800" cy="484632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import pygame          # game window, drawing, input, sprites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import random          # enemy behaviour, particle angles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import math            # sine-wave movement, dive angles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import sys             # clean exit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import numpy as np     # synthesise sound waves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pygame.init()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pygame.mixer.init(frequency=44100, size=-16, channels=2, buffer=512)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WIDTH, HEIGHT = 900, 700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FPS = 60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screen = pygame.display.set_mode((WIDTH, HEIGHT))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pygame.display.set_caption("Space Defender")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clock = pygame.time.Clock()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# Colour palette — used everywhere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CYAN  = (0, 255, 255)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RED   = (220, 40, 40)</a:t>
            </a:r>
          </a:p>
          <a:p>
            <a:pPr algn="l"/>
            <a:r>
              <a:rPr sz="1400">
                <a:solidFill>
                  <a:srgbClr val="00FFFF"/>
                </a:solidFill>
                <a:latin typeface="Courier New"/>
              </a:rPr>
              <a:t>DARK  = (10, 10, 30)    # background colour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The Game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Every game runs the same 4-step loop, 60 times per second: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743200" cy="1737360"/>
          </a:xfrm>
          <a:prstGeom prst="rect">
            <a:avLst/>
          </a:prstGeom>
          <a:solidFill>
            <a:srgbClr val="1A1A3A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FF"/>
                </a:solidFill>
              </a:rPr>
              <a:t>1  Handle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Key presses, mouse clicks,
window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0A0A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00200"/>
            <a:ext cx="2743200" cy="1737360"/>
          </a:xfrm>
          <a:prstGeom prst="rect">
            <a:avLst/>
          </a:prstGeom>
          <a:solidFill>
            <a:srgbClr val="1A1A3A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00"/>
                </a:solidFill>
              </a:rPr>
              <a:t>2 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Move sprites, check
collisions, apply physics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0A0A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2743200" cy="1737360"/>
          </a:xfrm>
          <a:prstGeom prst="rect">
            <a:avLst/>
          </a:prstGeom>
          <a:solidFill>
            <a:srgbClr val="1A1A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3  Draw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Clear screen, draw all
sprites and HUD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A0A0A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600200"/>
            <a:ext cx="2743200" cy="1737360"/>
          </a:xfrm>
          <a:prstGeom prst="rect">
            <a:avLst/>
          </a:prstGeom>
          <a:solidFill>
            <a:srgbClr val="1A1A3A"/>
          </a:solidFill>
          <a:ln w="25400">
            <a:solidFill>
              <a:srgbClr val="00D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50"/>
                </a:solidFill>
              </a:rPr>
              <a:t>4  Flip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48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Show the new frame
clock.tick(60)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3520440"/>
            <a:ext cx="10972800" cy="301752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running = True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while running: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clock.tick(FPS)                        # ← cap at 60 FPS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for event in pygame.event.get():       # 1. events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if event.type == pygame.QUIT: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running = False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keys = pygame.key.get_pressed()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player.update(keys)                    # 2. update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all_sprites.update()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screen.fill(DARK)                      # 3. draw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all_sprites.draw(screen)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pygame.display.flip()                  # 4. flip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Drawing Sprites with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Instead of loading PNG files, we draw shapes directly onto a Surface: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54480"/>
            <a:ext cx="10972800" cy="475488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def draw_player_ship(surface, color=CYAN):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w, h = surface.get_size()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cx, cy = w // 2, h // 2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# Main body — a polygon (4 points)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body = [(cx,       cy - h//2 + 4),   # nose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(cx + w//3, cy + h//4),       # right wing tip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(cx,       cy + h//6),        # engine centre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(cx - w//3, cy + h//4)]       # left wing tip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pygame.draw.polygon(surface, color, body)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# Engine flame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pygame.draw.polygon(surface, ORANGE,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[(cx-8, cy+h//6), (cx+8, cy+h//6), (cx, cy+h//2-2)])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# Cockpit bubble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pygame.draw.ellipse(surface, WHITE, (cx-6, cy-14, 12, 14))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def make_surface(w, h, draw_fn, **kw):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surf = pygame.Surface((w, h), pygame.SRCALPHA)  # transparent bg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draw_fn(surf, **kw)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return surf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# Usage: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player_image = make_surface(60, 70, draw_player_ship, color=CYAN)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The Player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6858000" cy="530352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class Player(pygame.sprite.Sprite):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super().__init__()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self.image = make_surface(60, 70, draw_player_ship)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self.rect  = self.image.get_rect(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             center=(WIDTH//2, HEIGHT-70))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self.speed  = 6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self.lives  = 3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self.shield = 0   # invincibility frames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self.shoot_cooldown = 0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def update(self, keys):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if keys[pygame.K_LEFT]:  self.rect.x -= self.speed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if keys[pygame.K_RIGHT]: self.rect.x += self.speed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if keys[pygame.K_UP]:    self.rect.y -= self.speed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if keys[pygame.K_DOWN]:  self.rect.y += self.speed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self.rect.clamp_ip(screen.get_rect()) # stay on screen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def shoot(self):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if self.shoot_cooldown == 0: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self.shoot_cooldown = 15  # wait 15 frames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return Bullet(self.rect.centerx,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              self.rect.top + 10)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return None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def hit(self):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if self.shield == 0: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self.lives -= 1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self.shield = 90  # ~1.5 sec invincible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return True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return False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188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00"/>
                </a:solidFill>
              </a:rPr>
              <a:t>Key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916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Inherits pygame.sprite.Sprite</a:t>
            </a:r>
          </a:p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self.image — what gets drawn</a:t>
            </a:r>
          </a:p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self.rect  — position &amp; hitbox</a:t>
            </a:r>
          </a:p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clamp_ip() keeps ship in bounds</a:t>
            </a:r>
          </a:p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Shoot cooldown prevents spam</a:t>
            </a:r>
          </a:p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Shield = invincibility timer</a:t>
            </a:r>
          </a:p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Controls: Arrow keys or WASD</a:t>
            </a:r>
          </a:p>
          <a:p>
            <a:pPr algn="l"/>
            <a:r>
              <a:rPr sz="1600" b="1">
                <a:solidFill>
                  <a:srgbClr val="FFFF00"/>
                </a:solidFill>
              </a:rPr>
              <a:t>▸  </a:t>
            </a:r>
            <a:r>
              <a:rPr sz="1600">
                <a:solidFill>
                  <a:srgbClr val="FFFFFF"/>
                </a:solidFill>
              </a:rPr>
              <a:t>SPACE to fire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Enemies &amp; Movement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566160" cy="1371600"/>
          </a:xfrm>
          <a:prstGeom prst="rect">
            <a:avLst/>
          </a:prstGeom>
          <a:solidFill>
            <a:srgbClr val="1A1A3A"/>
          </a:solidFill>
          <a:ln w="25400">
            <a:solidFill>
              <a:srgbClr val="DC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828"/>
                </a:solidFill>
              </a:rPr>
              <a:t>Saucer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 HP · 10 pts
Slow, classic saucer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566160" cy="1371600"/>
          </a:xfrm>
          <a:prstGeom prst="rect">
            <a:avLst/>
          </a:prstGeom>
          <a:solidFill>
            <a:srgbClr val="1A1A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</a:rPr>
              <a:t>Crab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 HP · 20 pts
Medium speed, claw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566160" cy="1371600"/>
          </a:xfrm>
          <a:prstGeom prst="rect">
            <a:avLst/>
          </a:prstGeom>
          <a:solidFill>
            <a:srgbClr val="1A1A3A"/>
          </a:solidFill>
          <a:ln w="25400">
            <a:solidFill>
              <a:srgbClr val="A02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020F0"/>
                </a:solidFill>
              </a:rPr>
              <a:t>Fighter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3 HP · 30 pts
Angular, toughest enemy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651760"/>
            <a:ext cx="10972800" cy="384048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class Enemy(pygame.sprite.Sprite):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def update(self):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if not self.dive: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# Formation: sine-wave left &amp; right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self.t += 0.025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self.rect.x = int(self.origin_x + math.sin(self.t) * 30)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self.rect.y += 0.3            # slowly drift down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else: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# Dive attack: fly straight toward player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self.rect.x += int(self.dive_dx)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self.rect.y += int(self.dive_dy)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def start_dive(self, target_x):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self.dive = True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dx = target_x - self.rect.centerx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dy = HEIGHT  - self.rect.y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dist = math.hypot(dx, dy) or 1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speed = self.base_speed * 4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self.dive_dx = dx / dist * speed   # normalised direction × speed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self.dive_dy = dy / dist * speed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Bullets &amp; Collision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1097280"/>
            <a:ext cx="10972800" cy="283464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class Bullet(pygame.sprite.Sprite):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def __init__(self, x, y, dy=-16, color=CYAN, enemy=False):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super().__init__()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self.image = pygame.Surface((6, 18), pygame.SRCALPHA)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pygame.draw.rect(self.image, color, (2, 0, 2, 18))  # laser beam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pygame.draw.rect(self.image, WHITE,  (2, 2, 2, 6))  # bright tip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self.rect = self.image.get_rect(center=(x, y))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self.dy = dy          # negative = moves UP (player bullet)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def update(self):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self.rect.y += self.dy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if self.rect.bottom &lt; 0 or self.rect.top &gt; HEIGHT: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self.kill()       # remove when off-screen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00"/>
                </a:solidFill>
              </a:rPr>
              <a:t>Collision Detection — pygame does the hard work: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480560"/>
            <a:ext cx="10972800" cy="219456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# groupcollide(groupA, groupB, kill_A, kill_B)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# Returns dict: {sprite_from_A: [sprites_from_B_that_hit_it]}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hits = pygame.sprite.groupcollide(enemies, bullets, False, True)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for enemy, _ in hits.items():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if enemy.take_hit():          # decrement HP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explode(...)              # spawn particles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player.score += enemy.pts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enemy.kill()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# spritecollide checks one sprite against a whole group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if pygame.sprite.spritecollide(player, enemy_bullets, True):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player.hit()                  # lose a life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Particles &amp; Sound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</a:rPr>
              <a:t>Explosion Particles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54480"/>
            <a:ext cx="5486400" cy="45720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class Particle(pygame.sprite.Sprite):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def __init__(self, x, y, color):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angle = random.uniform(0, 2 * math.pi)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speed = random.uniform(1, 5)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self.vx = math.cos(angle) * speed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self.vy = math.sin(angle) * speed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self.life = random.randint(20, 40)  # frames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def update(self):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self.life -= 1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if self.life &lt;= 0: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self.kill()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self.x += self.vx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self.vy += 0.1   # gravity pulls down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# Fade out as life decreases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alpha = int(255 * self.life / 40)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def explode(groups, x, y, colors, count=30):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for _ in range(count):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p = Particle(x, y, random.choice(colors))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for g in groups: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g.add(p)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50"/>
                </a:solidFill>
              </a:rPr>
              <a:t>Sound Synthesis with numpy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486400" cy="338328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# No audio files — generate sounds with maths!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def make_laser_sound():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t = np.linspace(0, 0.15,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int(44100 * 0.15))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# Frequency sweeps 900 → 300 Hz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freq = np.linspace(900, 300, len(t))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s = np.sin(2*np.pi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           * np.cumsum(freq)/44100)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s *= np.linspace(1, 0, len(s))  # fade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   return pygame_sound(s)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# Each sound is just a numpy array: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# laser    = descending sine sweep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# explosion= noise × decay envelope</a:t>
            </a:r>
          </a:p>
          <a:p>
            <a:pPr algn="l"/>
            <a:r>
              <a:rPr sz="1250">
                <a:solidFill>
                  <a:srgbClr val="00FFFF"/>
                </a:solidFill>
                <a:latin typeface="Courier New"/>
              </a:rPr>
              <a:t># hit      = low rumble + noise burst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749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5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play('laser', 0.6)   — when player shoots</a:t>
            </a:r>
          </a:p>
          <a:p>
            <a:pPr algn="l"/>
            <a:r>
              <a:rPr sz="1500" b="1">
                <a:solidFill>
                  <a:srgbClr val="00DC5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play('explosion')    — on enemy death</a:t>
            </a:r>
          </a:p>
          <a:p>
            <a:pPr algn="l"/>
            <a:r>
              <a:rPr sz="1500" b="1">
                <a:solidFill>
                  <a:srgbClr val="00DC5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play('player_hit')   — when ship is hit</a:t>
            </a:r>
          </a:p>
          <a:p>
            <a:pPr algn="l"/>
            <a:r>
              <a:rPr sz="1500" b="1">
                <a:solidFill>
                  <a:srgbClr val="00DC5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play('wave_clear')   — ascending chime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</a:rPr>
              <a:t>Putting It All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05840"/>
            <a:ext cx="10972800" cy="254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468880" cy="822960"/>
          </a:xfrm>
          <a:prstGeom prst="rect">
            <a:avLst/>
          </a:prstGeom>
          <a:solidFill>
            <a:srgbClr val="1A1A3A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FF"/>
                </a:solidFill>
              </a:rPr>
              <a:t>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188720"/>
            <a:ext cx="2468880" cy="822960"/>
          </a:xfrm>
          <a:prstGeom prst="rect">
            <a:avLst/>
          </a:prstGeom>
          <a:solidFill>
            <a:srgbClr val="1A1A3A"/>
          </a:solidFill>
          <a:ln w="25400">
            <a:solidFill>
              <a:srgbClr val="00D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C50"/>
                </a:solidFill>
              </a:rPr>
              <a:t>PLAYING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88720"/>
            <a:ext cx="2468880" cy="822960"/>
          </a:xfrm>
          <a:prstGeom prst="rect">
            <a:avLst/>
          </a:prstGeom>
          <a:solidFill>
            <a:srgbClr val="1A1A3A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00"/>
                </a:solidFill>
              </a:rPr>
              <a:t>WAVE CLEAR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377440"/>
            <a:ext cx="2468880" cy="822960"/>
          </a:xfrm>
          <a:prstGeom prst="rect">
            <a:avLst/>
          </a:prstGeom>
          <a:solidFill>
            <a:srgbClr val="1A1A3A"/>
          </a:solidFill>
          <a:ln w="25400">
            <a:solidFill>
              <a:srgbClr val="DC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560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828"/>
                </a:solidFill>
              </a:rPr>
              <a:t>BOSS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188720"/>
            <a:ext cx="2468880" cy="822960"/>
          </a:xfrm>
          <a:prstGeom prst="rect">
            <a:avLst/>
          </a:prstGeom>
          <a:solidFill>
            <a:srgbClr val="1A1A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8C00"/>
                </a:solidFill>
              </a:rPr>
              <a:t>GAME 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</a:rPr>
              <a:t>ENTER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</a:rPr>
              <a:t>clear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57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</a:rPr>
              <a:t>wave%5==0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</a:rPr>
              <a:t>no lives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</a:rPr>
              <a:t>ENTER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3429000"/>
            <a:ext cx="6858000" cy="27432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# Wave progression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def spawn_wave(wave, all_sprites, enemies):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rows = min(2 + wave, 5)          # more rows each wave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cols = min(5 + wave, 11)         # more columns each wave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for row in range(rows):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for col in range(cols):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kind = min(row, 2)       # tougher enemies in lower rows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e = Enemy(x, y, kind=kind)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e.base_speed = 1.0 + wave * 0.15   # faster each wave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        enemies.add(e)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# Every 5th wave → Boss fight (30 HP, 3 cannons, spread shot)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if wave % 5 == 0:</a:t>
            </a:r>
          </a:p>
          <a:p>
            <a:pPr algn="l"/>
            <a:r>
              <a:rPr sz="1300">
                <a:solidFill>
                  <a:srgbClr val="00FFFF"/>
                </a:solidFill>
                <a:latin typeface="Courier New"/>
              </a:rPr>
              <a:t>    boss = Boss()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00"/>
                </a:solidFill>
              </a:rPr>
              <a:t>What You 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88620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pygame Sprite class pattern</a:t>
            </a:r>
          </a:p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The 4-step game loop</a:t>
            </a:r>
          </a:p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Drawing shapes as sprites</a:t>
            </a:r>
          </a:p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Collision detection groups</a:t>
            </a:r>
          </a:p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Particle systems</a:t>
            </a:r>
          </a:p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Procedural sound synthesis</a:t>
            </a:r>
          </a:p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State machine game flow</a:t>
            </a:r>
          </a:p>
          <a:p>
            <a:pPr algn="l"/>
            <a:r>
              <a:rPr sz="1500" b="1">
                <a:solidFill>
                  <a:srgbClr val="FFFF00"/>
                </a:solidFill>
              </a:rPr>
              <a:t>▸  </a:t>
            </a:r>
            <a:r>
              <a:rPr sz="1500">
                <a:solidFill>
                  <a:srgbClr val="FFFFFF"/>
                </a:solidFill>
              </a:rPr>
              <a:t>Wave-based difficulty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FFFF"/>
                </a:solidFill>
              </a:rPr>
              <a:t>python3 space_game.py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